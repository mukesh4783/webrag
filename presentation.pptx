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53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ESH KUMAR PANDEY" userId="c638de863cd17b76" providerId="LiveId" clId="{3B119CC7-80CA-4CF2-A899-8F8F9A335C7E}"/>
    <pc:docChg chg="custSel addSld modSld">
      <pc:chgData name="MUKESH KUMAR PANDEY" userId="c638de863cd17b76" providerId="LiveId" clId="{3B119CC7-80CA-4CF2-A899-8F8F9A335C7E}" dt="2026-07-10T21:16:13.444" v="47" actId="20577"/>
      <pc:docMkLst>
        <pc:docMk/>
      </pc:docMkLst>
      <pc:sldChg chg="modSp mod">
        <pc:chgData name="MUKESH KUMAR PANDEY" userId="c638de863cd17b76" providerId="LiveId" clId="{3B119CC7-80CA-4CF2-A899-8F8F9A335C7E}" dt="2026-07-10T21:09:31.519" v="7" actId="27636"/>
        <pc:sldMkLst>
          <pc:docMk/>
          <pc:sldMk cId="0" sldId="258"/>
        </pc:sldMkLst>
        <pc:spChg chg="mod">
          <ac:chgData name="MUKESH KUMAR PANDEY" userId="c638de863cd17b76" providerId="LiveId" clId="{3B119CC7-80CA-4CF2-A899-8F8F9A335C7E}" dt="2026-07-10T21:09:31.519" v="7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UKESH KUMAR PANDEY" userId="c638de863cd17b76" providerId="LiveId" clId="{3B119CC7-80CA-4CF2-A899-8F8F9A335C7E}" dt="2026-07-10T21:09:31.509" v="5" actId="27636"/>
        <pc:sldMkLst>
          <pc:docMk/>
          <pc:sldMk cId="0" sldId="260"/>
        </pc:sldMkLst>
        <pc:spChg chg="mod">
          <ac:chgData name="MUKESH KUMAR PANDEY" userId="c638de863cd17b76" providerId="LiveId" clId="{3B119CC7-80CA-4CF2-A899-8F8F9A335C7E}" dt="2026-07-10T21:09:31.509" v="5" actId="27636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MUKESH KUMAR PANDEY" userId="c638de863cd17b76" providerId="LiveId" clId="{3B119CC7-80CA-4CF2-A899-8F8F9A335C7E}" dt="2026-07-10T21:09:31.512" v="6" actId="27636"/>
        <pc:sldMkLst>
          <pc:docMk/>
          <pc:sldMk cId="0" sldId="261"/>
        </pc:sldMkLst>
        <pc:spChg chg="mod">
          <ac:chgData name="MUKESH KUMAR PANDEY" userId="c638de863cd17b76" providerId="LiveId" clId="{3B119CC7-80CA-4CF2-A899-8F8F9A335C7E}" dt="2026-07-10T21:09:31.512" v="6" actId="27636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new mod modClrScheme chgLayout">
        <pc:chgData name="MUKESH KUMAR PANDEY" userId="c638de863cd17b76" providerId="LiveId" clId="{3B119CC7-80CA-4CF2-A899-8F8F9A335C7E}" dt="2026-07-10T21:14:27.004" v="30" actId="22"/>
        <pc:sldMkLst>
          <pc:docMk/>
          <pc:sldMk cId="3807821474" sldId="262"/>
        </pc:sldMkLst>
        <pc:spChg chg="del mod ord">
          <ac:chgData name="MUKESH KUMAR PANDEY" userId="c638de863cd17b76" providerId="LiveId" clId="{3B119CC7-80CA-4CF2-A899-8F8F9A335C7E}" dt="2026-07-10T21:08:41.249" v="1" actId="700"/>
          <ac:spMkLst>
            <pc:docMk/>
            <pc:sldMk cId="3807821474" sldId="262"/>
            <ac:spMk id="2" creationId="{9E27A7AD-97BA-4488-ADBC-484C6534AD49}"/>
          </ac:spMkLst>
        </pc:spChg>
        <pc:spChg chg="del mod ord">
          <ac:chgData name="MUKESH KUMAR PANDEY" userId="c638de863cd17b76" providerId="LiveId" clId="{3B119CC7-80CA-4CF2-A899-8F8F9A335C7E}" dt="2026-07-10T21:08:41.249" v="1" actId="700"/>
          <ac:spMkLst>
            <pc:docMk/>
            <pc:sldMk cId="3807821474" sldId="262"/>
            <ac:spMk id="3" creationId="{9B994C12-4C87-4911-90EB-3C47C37EC3BA}"/>
          </ac:spMkLst>
        </pc:spChg>
        <pc:spChg chg="add del mod ord">
          <ac:chgData name="MUKESH KUMAR PANDEY" userId="c638de863cd17b76" providerId="LiveId" clId="{3B119CC7-80CA-4CF2-A899-8F8F9A335C7E}" dt="2026-07-10T21:08:55.788" v="3" actId="478"/>
          <ac:spMkLst>
            <pc:docMk/>
            <pc:sldMk cId="3807821474" sldId="262"/>
            <ac:spMk id="4" creationId="{FF9982AC-2690-49F1-8596-D94C21EEE404}"/>
          </ac:spMkLst>
        </pc:spChg>
        <pc:spChg chg="add del mod ord">
          <ac:chgData name="MUKESH KUMAR PANDEY" userId="c638de863cd17b76" providerId="LiveId" clId="{3B119CC7-80CA-4CF2-A899-8F8F9A335C7E}" dt="2026-07-10T21:09:31.446" v="4"/>
          <ac:spMkLst>
            <pc:docMk/>
            <pc:sldMk cId="3807821474" sldId="262"/>
            <ac:spMk id="5" creationId="{4BE0048F-7FCA-43C5-BF2E-866C9B44F6BD}"/>
          </ac:spMkLst>
        </pc:spChg>
        <pc:spChg chg="add del mod ord">
          <ac:chgData name="MUKESH KUMAR PANDEY" userId="c638de863cd17b76" providerId="LiveId" clId="{3B119CC7-80CA-4CF2-A899-8F8F9A335C7E}" dt="2026-07-10T21:08:52.765" v="2" actId="478"/>
          <ac:spMkLst>
            <pc:docMk/>
            <pc:sldMk cId="3807821474" sldId="262"/>
            <ac:spMk id="6" creationId="{670A99A8-5EFD-4302-BD00-589824A2DF66}"/>
          </ac:spMkLst>
        </pc:spChg>
        <pc:spChg chg="add del mod">
          <ac:chgData name="MUKESH KUMAR PANDEY" userId="c638de863cd17b76" providerId="LiveId" clId="{3B119CC7-80CA-4CF2-A899-8F8F9A335C7E}" dt="2026-07-10T21:10:17.901" v="13"/>
          <ac:spMkLst>
            <pc:docMk/>
            <pc:sldMk cId="3807821474" sldId="262"/>
            <ac:spMk id="9" creationId="{DFD091FA-62B0-4C45-8347-088188B06342}"/>
          </ac:spMkLst>
        </pc:spChg>
        <pc:spChg chg="add del mod">
          <ac:chgData name="MUKESH KUMAR PANDEY" userId="c638de863cd17b76" providerId="LiveId" clId="{3B119CC7-80CA-4CF2-A899-8F8F9A335C7E}" dt="2026-07-10T21:11:53.179" v="25"/>
          <ac:spMkLst>
            <pc:docMk/>
            <pc:sldMk cId="3807821474" sldId="262"/>
            <ac:spMk id="12" creationId="{E1AD432E-4C93-450E-9A3F-CB524883BA96}"/>
          </ac:spMkLst>
        </pc:spChg>
        <pc:spChg chg="add del mod">
          <ac:chgData name="MUKESH KUMAR PANDEY" userId="c638de863cd17b76" providerId="LiveId" clId="{3B119CC7-80CA-4CF2-A899-8F8F9A335C7E}" dt="2026-07-10T21:14:27.004" v="30" actId="22"/>
          <ac:spMkLst>
            <pc:docMk/>
            <pc:sldMk cId="3807821474" sldId="262"/>
            <ac:spMk id="15" creationId="{A5F75891-9E31-4F1C-A3BD-0E87C53ADBDE}"/>
          </ac:spMkLst>
        </pc:spChg>
        <pc:picChg chg="add del mod">
          <ac:chgData name="MUKESH KUMAR PANDEY" userId="c638de863cd17b76" providerId="LiveId" clId="{3B119CC7-80CA-4CF2-A899-8F8F9A335C7E}" dt="2026-07-10T21:09:56.380" v="10" actId="478"/>
          <ac:picMkLst>
            <pc:docMk/>
            <pc:sldMk cId="3807821474" sldId="262"/>
            <ac:picMk id="7" creationId="{D3A13FD7-1952-46DB-8251-E35CF99D4D33}"/>
          </ac:picMkLst>
        </pc:picChg>
        <pc:picChg chg="add del mod">
          <ac:chgData name="MUKESH KUMAR PANDEY" userId="c638de863cd17b76" providerId="LiveId" clId="{3B119CC7-80CA-4CF2-A899-8F8F9A335C7E}" dt="2026-07-10T21:11:34.017" v="21" actId="478"/>
          <ac:picMkLst>
            <pc:docMk/>
            <pc:sldMk cId="3807821474" sldId="262"/>
            <ac:picMk id="10" creationId="{4EA8F7AA-996F-4C5B-9E26-F698B21DEACF}"/>
          </ac:picMkLst>
        </pc:picChg>
        <pc:picChg chg="add del mod">
          <ac:chgData name="MUKESH KUMAR PANDEY" userId="c638de863cd17b76" providerId="LiveId" clId="{3B119CC7-80CA-4CF2-A899-8F8F9A335C7E}" dt="2026-07-10T21:12:05.401" v="27" actId="478"/>
          <ac:picMkLst>
            <pc:docMk/>
            <pc:sldMk cId="3807821474" sldId="262"/>
            <ac:picMk id="13" creationId="{6F66A1D6-803F-437E-9FC1-B76D0FFC4738}"/>
          </ac:picMkLst>
        </pc:picChg>
        <pc:picChg chg="add mod ord modCrop">
          <ac:chgData name="MUKESH KUMAR PANDEY" userId="c638de863cd17b76" providerId="LiveId" clId="{3B119CC7-80CA-4CF2-A899-8F8F9A335C7E}" dt="2026-07-10T21:14:27.004" v="30" actId="22"/>
          <ac:picMkLst>
            <pc:docMk/>
            <pc:sldMk cId="3807821474" sldId="262"/>
            <ac:picMk id="17" creationId="{A99E1D73-2075-43AD-B14E-633D1ECC4B34}"/>
          </ac:picMkLst>
        </pc:picChg>
      </pc:sldChg>
      <pc:sldChg chg="addSp delSp modSp new mod">
        <pc:chgData name="MUKESH KUMAR PANDEY" userId="c638de863cd17b76" providerId="LiveId" clId="{3B119CC7-80CA-4CF2-A899-8F8F9A335C7E}" dt="2026-07-10T21:15:08.803" v="31" actId="22"/>
        <pc:sldMkLst>
          <pc:docMk/>
          <pc:sldMk cId="2223189761" sldId="263"/>
        </pc:sldMkLst>
        <pc:spChg chg="del">
          <ac:chgData name="MUKESH KUMAR PANDEY" userId="c638de863cd17b76" providerId="LiveId" clId="{3B119CC7-80CA-4CF2-A899-8F8F9A335C7E}" dt="2026-07-10T21:11:06.430" v="18" actId="478"/>
          <ac:spMkLst>
            <pc:docMk/>
            <pc:sldMk cId="2223189761" sldId="263"/>
            <ac:spMk id="2" creationId="{9B6D0C5F-98FD-4031-A49A-B8452F74062B}"/>
          </ac:spMkLst>
        </pc:spChg>
        <pc:spChg chg="del mod">
          <ac:chgData name="MUKESH KUMAR PANDEY" userId="c638de863cd17b76" providerId="LiveId" clId="{3B119CC7-80CA-4CF2-A899-8F8F9A335C7E}" dt="2026-07-10T21:15:08.803" v="31" actId="22"/>
          <ac:spMkLst>
            <pc:docMk/>
            <pc:sldMk cId="2223189761" sldId="263"/>
            <ac:spMk id="3" creationId="{02DD5D82-8B7D-4BE9-B4EE-8E3FAC7972F8}"/>
          </ac:spMkLst>
        </pc:spChg>
        <pc:spChg chg="del">
          <ac:chgData name="MUKESH KUMAR PANDEY" userId="c638de863cd17b76" providerId="LiveId" clId="{3B119CC7-80CA-4CF2-A899-8F8F9A335C7E}" dt="2026-07-10T21:11:04.215" v="17" actId="478"/>
          <ac:spMkLst>
            <pc:docMk/>
            <pc:sldMk cId="2223189761" sldId="263"/>
            <ac:spMk id="4" creationId="{F59487AA-16DB-41FC-A8AB-3D300E4D1E78}"/>
          </ac:spMkLst>
        </pc:spChg>
        <pc:picChg chg="add mod ord modCrop">
          <ac:chgData name="MUKESH KUMAR PANDEY" userId="c638de863cd17b76" providerId="LiveId" clId="{3B119CC7-80CA-4CF2-A899-8F8F9A335C7E}" dt="2026-07-10T21:15:08.803" v="31" actId="22"/>
          <ac:picMkLst>
            <pc:docMk/>
            <pc:sldMk cId="2223189761" sldId="263"/>
            <ac:picMk id="6" creationId="{698EEA43-9A40-416C-8657-54B92CDF3D7B}"/>
          </ac:picMkLst>
        </pc:picChg>
      </pc:sldChg>
      <pc:sldChg chg="addSp delSp modSp new mod">
        <pc:chgData name="MUKESH KUMAR PANDEY" userId="c638de863cd17b76" providerId="LiveId" clId="{3B119CC7-80CA-4CF2-A899-8F8F9A335C7E}" dt="2026-07-10T21:16:01.778" v="37" actId="22"/>
        <pc:sldMkLst>
          <pc:docMk/>
          <pc:sldMk cId="3215424344" sldId="264"/>
        </pc:sldMkLst>
        <pc:spChg chg="del">
          <ac:chgData name="MUKESH KUMAR PANDEY" userId="c638de863cd17b76" providerId="LiveId" clId="{3B119CC7-80CA-4CF2-A899-8F8F9A335C7E}" dt="2026-07-10T21:15:26.905" v="34" actId="478"/>
          <ac:spMkLst>
            <pc:docMk/>
            <pc:sldMk cId="3215424344" sldId="264"/>
            <ac:spMk id="2" creationId="{79BD9B16-839A-4550-9DE6-5056C029D3C4}"/>
          </ac:spMkLst>
        </pc:spChg>
        <pc:spChg chg="del mod">
          <ac:chgData name="MUKESH KUMAR PANDEY" userId="c638de863cd17b76" providerId="LiveId" clId="{3B119CC7-80CA-4CF2-A899-8F8F9A335C7E}" dt="2026-07-10T21:16:01.778" v="37" actId="22"/>
          <ac:spMkLst>
            <pc:docMk/>
            <pc:sldMk cId="3215424344" sldId="264"/>
            <ac:spMk id="3" creationId="{35865CEA-AAD0-4070-A7EB-0871F8FD7701}"/>
          </ac:spMkLst>
        </pc:spChg>
        <pc:spChg chg="del">
          <ac:chgData name="MUKESH KUMAR PANDEY" userId="c638de863cd17b76" providerId="LiveId" clId="{3B119CC7-80CA-4CF2-A899-8F8F9A335C7E}" dt="2026-07-10T21:15:24.649" v="33" actId="478"/>
          <ac:spMkLst>
            <pc:docMk/>
            <pc:sldMk cId="3215424344" sldId="264"/>
            <ac:spMk id="4" creationId="{168012DD-B8E5-4338-84CC-9A33DB170BA1}"/>
          </ac:spMkLst>
        </pc:spChg>
        <pc:picChg chg="add mod ord modCrop">
          <ac:chgData name="MUKESH KUMAR PANDEY" userId="c638de863cd17b76" providerId="LiveId" clId="{3B119CC7-80CA-4CF2-A899-8F8F9A335C7E}" dt="2026-07-10T21:16:01.778" v="37" actId="22"/>
          <ac:picMkLst>
            <pc:docMk/>
            <pc:sldMk cId="3215424344" sldId="264"/>
            <ac:picMk id="6" creationId="{DFEC0E96-90B8-45F2-8A18-BA6D1C00CED0}"/>
          </ac:picMkLst>
        </pc:picChg>
      </pc:sldChg>
      <pc:sldChg chg="modSp new mod">
        <pc:chgData name="MUKESH KUMAR PANDEY" userId="c638de863cd17b76" providerId="LiveId" clId="{3B119CC7-80CA-4CF2-A899-8F8F9A335C7E}" dt="2026-07-10T21:16:13.444" v="47" actId="20577"/>
        <pc:sldMkLst>
          <pc:docMk/>
          <pc:sldMk cId="400472242" sldId="265"/>
        </pc:sldMkLst>
        <pc:spChg chg="mod">
          <ac:chgData name="MUKESH KUMAR PANDEY" userId="c638de863cd17b76" providerId="LiveId" clId="{3B119CC7-80CA-4CF2-A899-8F8F9A335C7E}" dt="2026-07-10T21:16:13.444" v="47" actId="20577"/>
          <ac:spMkLst>
            <pc:docMk/>
            <pc:sldMk cId="400472242" sldId="265"/>
            <ac:spMk id="2" creationId="{50EFAD09-0B00-4AE0-9E54-AF333D8B56A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webRAG: Web-based Retrieval-Augmented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Submitted by:</a:t>
            </a:r>
          </a:p>
          <a:p>
            <a:r>
              <a:t>Mukesh Kumar Pandey</a:t>
            </a:r>
          </a:p>
          <a:p>
            <a:r>
              <a:t>Registration Number: 12409414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webRAG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webRAG?</a:t>
            </a:r>
          </a:p>
          <a:p>
            <a:pPr lvl="1"/>
            <a:r>
              <a:t>An AI-powered Q&amp;A bot that answers questions using the live content of real websites — not its own static training data.</a:t>
            </a:r>
          </a:p>
          <a:p>
            <a:pPr lvl="1"/>
            <a:r>
              <a:t>Uses Retrieval-Augmented Generation (RAG) to fetch relevant chunks of content from documents.</a:t>
            </a:r>
          </a:p>
          <a:p>
            <a:pPr lvl="1"/>
            <a:r>
              <a:t>Makes the model accurate, up-to-date, and highly hallucination-resistant.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Technologies Used:</a:t>
            </a:r>
          </a:p>
          <a:p>
            <a:pPr lvl="1"/>
            <a:r>
              <a:t>Streamlit: Web UI / Frontend</a:t>
            </a:r>
          </a:p>
          <a:p>
            <a:pPr lvl="1"/>
            <a:r>
              <a:t>LangChain: Core RAG framework &amp; orchestration</a:t>
            </a:r>
          </a:p>
          <a:p>
            <a:pPr lvl="1"/>
            <a:r>
              <a:t>ChromaDB: Local vector database for semantic search</a:t>
            </a:r>
          </a:p>
          <a:p>
            <a:pPr lvl="1"/>
            <a:r>
              <a:t>Models: gpt-4o-mini (LLM) &amp; text-embedding-3-small (Embeddings)</a:t>
            </a:r>
          </a:p>
          <a:p>
            <a:r>
              <a:t>Pipeline: Scrape URLs → Chunk text → Compute Embeddings → Store in ChromaDB → Retrieve relevant chunks → Generate Grounded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1: Grounded Q&amp;A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Strict Adherence to Source Context</a:t>
            </a:r>
          </a:p>
          <a:p>
            <a:pPr lvl="1"/>
            <a:r>
              <a:t>Answers are generated exclusively from the indexed web pages, preventing hallucination.</a:t>
            </a:r>
          </a:p>
          <a:p>
            <a:pPr lvl="1"/>
            <a:r>
              <a:t>If information is not on the indexed page, the bot refuses to answer.</a:t>
            </a:r>
          </a:p>
          <a:p>
            <a:pPr lvl="1"/>
            <a:r>
              <a:t>Provides an expandable 'Sources' section showing exactly which chunks of text were used to construct the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A99E1D73-2075-43AD-B14E-633D1ECC4B3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5999" b="5999"/>
          <a:stretch/>
        </p:blipFill>
        <p:spPr>
          <a:xfrm>
            <a:off x="0" y="612775"/>
            <a:ext cx="9144000" cy="4114800"/>
          </a:xfrm>
        </p:spPr>
      </p:pic>
    </p:spTree>
    <p:extLst>
      <p:ext uri="{BB962C8B-B14F-4D97-AF65-F5344CB8AC3E}">
        <p14:creationId xmlns:p14="http://schemas.microsoft.com/office/powerpoint/2010/main" val="3807821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Feature 2: Dynamic Answer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Synchronized with the Live Web</a:t>
            </a:r>
          </a:p>
          <a:p>
            <a:pPr lvl="1"/>
            <a:r>
              <a:t>As source web pages are updated, the bot's knowledge base updates as well.</a:t>
            </a:r>
          </a:p>
          <a:p>
            <a:pPr lvl="1"/>
            <a:r>
              <a:t>Eliminates the problem of stale data commonly found in statically trained models.</a:t>
            </a:r>
          </a:p>
          <a:p>
            <a:pPr lvl="1"/>
            <a:r>
              <a:t>When asked the same question after a page update, the bot will instantly provide the newly updated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98EEA43-9A40-416C-8657-54B92CDF3D7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652" b="652"/>
          <a:stretch/>
        </p:blipFill>
        <p:spPr>
          <a:xfrm>
            <a:off x="0" y="612775"/>
            <a:ext cx="9144000" cy="4614863"/>
          </a:xfrm>
        </p:spPr>
      </p:pic>
    </p:spTree>
    <p:extLst>
      <p:ext uri="{BB962C8B-B14F-4D97-AF65-F5344CB8AC3E}">
        <p14:creationId xmlns:p14="http://schemas.microsoft.com/office/powerpoint/2010/main" val="2223189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Feature 3: Freshness Handling &amp; Diff Viewer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Page Tracking</a:t>
            </a:r>
          </a:p>
          <a:p>
            <a:pPr lvl="1"/>
            <a:r>
              <a:t>Tracks changes on pages using SHA-256 hashing to detect even a single character change.</a:t>
            </a:r>
          </a:p>
          <a:p>
            <a:pPr lvl="1"/>
            <a:r>
              <a:t>Generates a 'Freshness Report' in the UI (New, Unchanged, or Changed).</a:t>
            </a:r>
          </a:p>
          <a:p>
            <a:pPr lvl="1"/>
            <a:r>
              <a:t>For changed pages, it automatically computes and displays a Unified Diff to highlight exact additions and deletions.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FEC0E96-90B8-45F2-8A18-BA6D1C00CED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248" b="248"/>
          <a:stretch/>
        </p:blipFill>
        <p:spPr>
          <a:xfrm>
            <a:off x="0" y="612775"/>
            <a:ext cx="9144000" cy="4546600"/>
          </a:xfrm>
        </p:spPr>
      </p:pic>
    </p:spTree>
    <p:extLst>
      <p:ext uri="{BB962C8B-B14F-4D97-AF65-F5344CB8AC3E}">
        <p14:creationId xmlns:p14="http://schemas.microsoft.com/office/powerpoint/2010/main" val="321542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AD09-0B00-4AE0-9E54-AF333D8B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472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316</Words>
  <Application>Microsoft Office PowerPoint</Application>
  <PresentationFormat>On-screen Show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webRAG: Web-based Retrieval-Augmented Generation</vt:lpstr>
      <vt:lpstr>Introduction to webRAG</vt:lpstr>
      <vt:lpstr>Tech Stack &amp; Pipeline</vt:lpstr>
      <vt:lpstr>Feature 1: Grounded Q&amp;A Chat</vt:lpstr>
      <vt:lpstr>PowerPoint Presentation</vt:lpstr>
      <vt:lpstr>Feature 2: Dynamic Answer Updates</vt:lpstr>
      <vt:lpstr>PowerPoint Presentation</vt:lpstr>
      <vt:lpstr>Feature 3: Freshness Handling &amp; Diff Viewer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webRAG: Web-based Retrieval-Augmented Generation</dc:title>
  <dc:subject/>
  <dc:creator/>
  <cp:keywords/>
  <dc:description>generated using python-pptx</dc:description>
  <cp:lastModifiedBy>MUKESH KUMAR PANDEY</cp:lastModifiedBy>
  <cp:revision>1</cp:revision>
  <dcterms:created xsi:type="dcterms:W3CDTF">2013-01-27T09:14:16Z</dcterms:created>
  <dcterms:modified xsi:type="dcterms:W3CDTF">2026-07-10T21:16:17Z</dcterms:modified>
  <cp:category/>
</cp:coreProperties>
</file>